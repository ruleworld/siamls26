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004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That Directly Support BioNetGen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tools that read BNGL (or BNGL-style rules) or call the BioNetGen engine. The BioNetGen suite itself appears on the RuleWorld slide.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866970"/>
              </p:ext>
            </p:extLst>
          </p:nvPr>
        </p:nvGraphicFramePr>
        <p:xfrm>
          <a:off x="457200" y="1325880"/>
          <a:ext cx="11247120" cy="50292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/ basis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Cell (VCell)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Modeling platform with an embedded BioNetGen interpreter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MolClustPy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Molecular cluster analysis over NFsim runs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431144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bnglViz</a:t>
                      </a:r>
                      <a:endParaRPr lang="en-US" sz="13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latin typeface="Calibri" charset="0"/>
                          <a:ea typeface="Calibri" charset="0"/>
                          <a:cs typeface="Calibri" charset="0"/>
                        </a:rPr>
                        <a:t>BNGL</a:t>
                      </a: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latin typeface="Calibri" charset="0"/>
                          <a:ea typeface="Calibri" charset="0"/>
                          <a:cs typeface="Calibri" charset="0"/>
                        </a:rPr>
                        <a:t>Visualization of </a:t>
                      </a:r>
                      <a:r>
                        <a:rPr lang="en-US" sz="130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BioNetGen</a:t>
                      </a:r>
                      <a:r>
                        <a:rPr lang="en-US" sz="1300" dirty="0">
                          <a:latin typeface="Calibri" charset="0"/>
                          <a:ea typeface="Calibri" charset="0"/>
                          <a:cs typeface="Calibri" charset="0"/>
                        </a:rPr>
                        <a:t> rules</a:t>
                      </a: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50577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RulesRailroad</a:t>
                      </a:r>
                      <a:endParaRPr lang="en-US" sz="1300" b="1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latin typeface="Calibri" charset="0"/>
                          <a:ea typeface="Calibri" charset="0"/>
                          <a:cs typeface="Calibri" charset="0"/>
                        </a:rPr>
                        <a:t>BNGL</a:t>
                      </a: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latin typeface="Calibri" charset="0"/>
                          <a:ea typeface="Calibri" charset="0"/>
                          <a:cs typeface="Calibri" charset="0"/>
                        </a:rPr>
                        <a:t>Diagrams for visualizing rule-based model specifications</a:t>
                      </a: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037816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Smoldyn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BNGL-style, BNGL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 particle simulator that reads BNGL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 rule-based simulation on LAMMPS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MCell-R / MCell4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Particle-resolution spatial network-free simulator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NERDSS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BNGL-style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Structure-resolved stochastic reaction-diffusion for self-assembly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pySB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BNGL / Kappa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framework, compiles to BNGL with a BNG or NFsim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Parts&amp;Pools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Modular synthetic gene circuit design via BioNetGen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Tools for Rule-Based Modeling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frameworks and standards outside the BioNetGen language family.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47120" cy="411480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/ basis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and platform: KaSim, KaSa, KaDE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 Kappa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 extension of Kappa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Simmune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Simmune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Geometric rule-based formalism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ML-Rules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ML-Rules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Multi-level rule-based language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ML-Space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ML-Rules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Spatial variant of ML-Rules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Moleculizer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Moleculizer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network-generation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SBML Level 3 Multi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Exchange format for multistate multicomponent species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BioUML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SBML Multi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supporting rule-based models via SBML Multi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RuleWorld Ecosystem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11247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BioNetGen suite and community tools maintained under the RuleWorld GitHub organization.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837959"/>
              </p:ext>
            </p:extLst>
          </p:nvPr>
        </p:nvGraphicFramePr>
        <p:xfrm>
          <a:off x="457200" y="1234440"/>
          <a:ext cx="11247120" cy="4727448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884"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Core engine and language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BioNetGen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Perl / C++ / Python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rule-based modeling framework and BNGL reference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Next-generation core, in development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C++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Network-free stochastic simulator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884"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Interfaces and editors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 VS Code extension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TypeScript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editor interface with a full GUI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RuleBender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Standalone modeling and simulation GUI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 Playground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TypeScript / WASM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Browser-native BioNetGen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RuleBuilder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Graphical construction and visualization of BNG graphs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4884"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Python and workflows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PyBioNetGen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Lightweight CLI and Python library for BNG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ensemble sampling of BNG simulations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4884"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 Parameter estimation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BioNetFit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fitting via a genetic algorithm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PTempEst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MATLAB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tempering for parameter estimation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4884"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Translation and interoperability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Atomizer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Translates SBML models into BNGL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Translates between BNGL and Kappa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4884">
                <a:tc gridSpan="3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 Models and training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RuleHub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BNGL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Curated repository of rule-based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48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BNGTutorial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BNGL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Tutorial and teaching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380</Words>
  <Application>Microsoft Macintosh PowerPoint</Application>
  <PresentationFormat>Widescreen</PresentationFormat>
  <Paragraphs>123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Rule-Based Modeling Tools</dc:title>
  <dc:subject>PptxGenJS Presentation</dc:subject>
  <dc:creator>Jim Faeder</dc:creator>
  <cp:lastModifiedBy>Faeder, James R</cp:lastModifiedBy>
  <cp:revision>2</cp:revision>
  <dcterms:created xsi:type="dcterms:W3CDTF">2026-07-07T18:09:54Z</dcterms:created>
  <dcterms:modified xsi:type="dcterms:W3CDTF">2026-07-07T18:26:08Z</dcterms:modified>
</cp:coreProperties>
</file>