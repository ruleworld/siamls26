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Directly Support BioNetGen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tools that read BNGL (or BNGL-style rules) or call the BioNetGen engine. The BioNetGen suite itself appears on the RuleWorld slide.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6583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/ 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Cell (VCell)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 import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 platform with an embedded BioNetGen interpreter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Smoldyn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particle simulator that reads BNGL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rule-based simulation on LAMMPS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MCell-R / MCell4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Particle-resolution spatial network-free simulator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NERDSS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BNGL-style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Structure-resolved stochastic reaction-diffusion for self-assembly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 / 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framework, compiles to BNGL with a BNG or NFsim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Parts&amp;Pools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synthetic gene circuit design via BioNetGen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MolClustPy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cluster analysis over NFsim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 for Rule-Based Modeling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frameworks and standards outside the BioNetGen language family.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6583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/ 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and platform: KaSim, KaSa, KaDE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extension of Kappa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Simmune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Simmune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rule-based formalism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 rule-based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variant of ML-Rules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network-generation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SBML Level 3 Multi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format for multistate multicomponent species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BioUML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SBML Multi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supporting rule-based models via SBML Multi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RuleWorld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BioNetGen suite and community tools maintained under the RuleWorld GitHub organization.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6858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engine and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BioNetGen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 / C++ /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rule-based modeling framework and BNGL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Next-generation core, in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Network-free stochastic simulator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 and editors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 VS Code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editor interface with a full GUI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RuleBender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modeling and simulation GUI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 Playground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/ WASM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Browser-native BioNetGen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RuleBuilder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Graphical construction and visualization of BNG graphs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and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PyBioNetGen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CLI and Python library for BNG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ensemble sampling of BNG simulations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estimation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BioNetFit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fitting via a genetic 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PTempEst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tempering for parameter estimation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and interoperability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SBML models into BNGL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between BNGL and Kappa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and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repository of rule-based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BNGTutorial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BNGL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 and teaching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Rule-Based Modeling Tools</dc:title>
  <dc:subject>PptxGenJS Presentation</dc:subject>
  <dc:creator>Jim Faeder</dc:creator>
  <cp:lastModifiedBy>Jim Faeder</cp:lastModifiedBy>
  <cp:revision>1</cp:revision>
  <dcterms:created xsi:type="dcterms:W3CDTF">2026-07-07T18:09:54Z</dcterms:created>
  <dcterms:modified xsi:type="dcterms:W3CDTF">2026-07-07T18:09:54Z</dcterms:modified>
</cp:coreProperties>
</file>